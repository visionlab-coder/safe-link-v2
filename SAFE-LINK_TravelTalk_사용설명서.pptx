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54864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300" b="1" i="0">
                <a:solidFill>
                  <a:srgbClr val="C0392B"/>
                </a:solidFill>
              </a:rPr>
              <a:t>SAFE-LINK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097280"/>
            <a:ext cx="12188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7200" b="0" i="0">
                <a:solidFill>
                  <a:srgbClr val="FFFFFF"/>
                </a:solidFill>
              </a:rPr>
              <a:t>Travel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2000" b="0" i="0">
                <a:solidFill>
                  <a:srgbClr val="AAAAAA"/>
                </a:solidFill>
              </a:rPr>
              <a:t>언어의 벽을 넘어, 세계와 대화하세요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4612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300" b="0" i="0">
                <a:solidFill>
                  <a:srgbClr val="555566"/>
                </a:solidFill>
              </a:rPr>
              <a:t>言葉の壁を越えて · Break the language barrier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931920"/>
            <a:ext cx="5788152" cy="164592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069080"/>
            <a:ext cx="5788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400" b="0" i="0">
                <a:solidFill>
                  <a:srgbClr val="FFFFFF"/>
                </a:solidFill>
              </a:rPr>
              <a:t>앱 설치 불필요  ·  アプリ不要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526280"/>
            <a:ext cx="5788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400" b="0" i="0">
                <a:solidFill>
                  <a:srgbClr val="FFFFFF"/>
                </a:solidFill>
              </a:rPr>
              <a:t>QR 스캔만으로 즉시 연결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983480"/>
            <a:ext cx="5788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400" b="0" i="0">
                <a:solidFill>
                  <a:srgbClr val="FFFFFF"/>
                </a:solidFill>
              </a:rPr>
              <a:t>5개 언어 실시간 번역 · 통역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100" b="0" i="0">
                <a:solidFill>
                  <a:srgbClr val="555566"/>
                </a:solidFill>
              </a:rPr>
              <a:t>서원토건 미래전략TF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800" b="1" i="0">
                <a:solidFill>
                  <a:srgbClr val="FFFFFF"/>
                </a:solidFill>
              </a:rPr>
              <a:t>지원 언어 및 사용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0" i="0">
                <a:solidFill>
                  <a:srgbClr val="AAAAAA"/>
                </a:solidFill>
              </a:rPr>
              <a:t>5개 언어 간 양방향 실시간 번역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011680" cy="182880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3400" b="0" i="0">
                <a:solidFill>
                  <a:srgbClr val="FFFFFF"/>
                </a:solidFill>
              </a:rPr>
              <a:t>🇰🇷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500" b="1" i="0">
                <a:solidFill>
                  <a:srgbClr val="FFFFFF"/>
                </a:solidFill>
              </a:rPr>
              <a:t>한국어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371600"/>
            <a:ext cx="2011680" cy="182880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4630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3400" b="0" i="0">
                <a:solidFill>
                  <a:srgbClr val="FFFFFF"/>
                </a:solidFill>
              </a:rPr>
              <a:t>🇯🇵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48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500" b="1" i="0">
                <a:solidFill>
                  <a:srgbClr val="FFFFFF"/>
                </a:solidFill>
              </a:rPr>
              <a:t>日本語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71600"/>
            <a:ext cx="2011680" cy="182880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630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3400" b="0" i="0">
                <a:solidFill>
                  <a:srgbClr val="FFFFFF"/>
                </a:solidFill>
              </a:rPr>
              <a:t>🇺🇸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148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500" b="1" i="0">
                <a:solidFill>
                  <a:srgbClr val="FFFFFF"/>
                </a:solidFill>
              </a:rPr>
              <a:t>English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371600"/>
            <a:ext cx="2011680" cy="182880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4630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3400" b="0" i="0">
                <a:solidFill>
                  <a:srgbClr val="FFFFFF"/>
                </a:solidFill>
              </a:rPr>
              <a:t>🇨🇳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148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500" b="1" i="0">
                <a:solidFill>
                  <a:srgbClr val="FFFFFF"/>
                </a:solidFill>
              </a:rPr>
              <a:t>中文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371600"/>
            <a:ext cx="2011680" cy="182880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4630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3400" b="0" i="0">
                <a:solidFill>
                  <a:srgbClr val="FFFFFF"/>
                </a:solidFill>
              </a:rPr>
              <a:t>🇻🇳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148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500" b="1" i="0">
                <a:solidFill>
                  <a:srgbClr val="FFFFFF"/>
                </a:solidFill>
              </a:rPr>
              <a:t>Viet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429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C0392B"/>
                </a:solidFill>
              </a:rPr>
              <a:t>주요 활용 장면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2606040" cy="228600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690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FFFFFF"/>
                </a:solidFill>
              </a:rPr>
              <a:t>✈️  해외여행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177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AAAAAA"/>
                </a:solidFill>
              </a:rPr>
              <a:t>일본·중국·베트남
현지인과 즉석 대화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931920"/>
            <a:ext cx="2606040" cy="228600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40690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FFFFFF"/>
                </a:solidFill>
              </a:rPr>
              <a:t>🛎️  비즈니스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6177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AAAAAA"/>
                </a:solidFill>
              </a:rPr>
              <a:t>외국 바이어·파트너
실시간 협의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931920"/>
            <a:ext cx="2606040" cy="228600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0690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FFFFFF"/>
                </a:solidFill>
              </a:rPr>
              <a:t>🏗️  현장 소통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6177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AAAAAA"/>
                </a:solidFill>
              </a:rPr>
              <a:t>외국인 근로자
업무 지시 전달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3931920"/>
            <a:ext cx="2606040" cy="228600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40690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FFFFFF"/>
                </a:solidFill>
              </a:rPr>
              <a:t>🏥  긴급 상황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6177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AAAAAA"/>
                </a:solidFill>
              </a:rPr>
              <a:t>병원·관공서
언어 장벽 돌파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800" b="1" i="0">
                <a:solidFill>
                  <a:srgbClr val="FFFFFF"/>
                </a:solidFill>
              </a:rPr>
              <a:t>호스트 시작 방법 (한국인)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0" i="0">
                <a:solidFill>
                  <a:srgbClr val="AAAAAA"/>
                </a:solidFill>
              </a:rPr>
              <a:t>3단계로 대화 시작 — 1분이면 충분합니다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56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3337560" cy="329184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700" b="1" i="0">
                <a:solidFill>
                  <a:srgbClr val="FFFFFF"/>
                </a:solidFill>
              </a:rPr>
              <a:t>🇰🇷  언어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AAAA"/>
                </a:solidFill>
              </a:rPr>
              <a:t>'한국어' 국기를 선택합니다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17320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4356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965960"/>
            <a:ext cx="3337560" cy="329184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1031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700" b="1" i="0">
                <a:solidFill>
                  <a:srgbClr val="FFFFFF"/>
                </a:solidFill>
              </a:rPr>
              <a:t>▶  새 대화 시작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9748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AAAA"/>
                </a:solidFill>
              </a:rPr>
              <a:t>'새 대화 시작' 버튼을 누릅니다
QR 코드가 자동 생성됩니다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417320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4356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965960"/>
            <a:ext cx="3337560" cy="329184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1031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700" b="1" i="0">
                <a:solidFill>
                  <a:srgbClr val="FFFFFF"/>
                </a:solidFill>
              </a:rPr>
              <a:t>📷  화면 보여주기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69748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AAAA"/>
                </a:solidFill>
              </a:rPr>
              <a:t>QR 대기 화면을 외국인에게 보여줍니다
화면에 4개 언어로 안내가 표시됩니다
상대방이 스캔하면 자동 연결!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0392B"/>
                </a:solidFill>
              </a:rPr>
              <a:t>💡  QR 대기 화면에 일·영·중·베트남어로 '스캔해주세요' 안내 자동 표시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618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1">
                <a:solidFill>
                  <a:srgbClr val="AAAAAA"/>
                </a:solidFill>
              </a:rPr>
              <a:t>      말 한마디 없이 화면만 보여줘도 외국인이 바로 이해하고 스캔합니다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800" b="1" i="0">
                <a:solidFill>
                  <a:srgbClr val="FFFFFF"/>
                </a:solidFill>
              </a:rPr>
              <a:t>게스트 참여 방법 (외국인)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0" i="0">
                <a:solidFill>
                  <a:srgbClr val="AAAAAA"/>
                </a:solidFill>
              </a:rPr>
              <a:t>앱 설치 불필요  ·  스마트폰 카메라만 있으면 OK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56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3337560" cy="384048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700" b="1" i="0">
                <a:solidFill>
                  <a:srgbClr val="FFFFFF"/>
                </a:solidFill>
              </a:rPr>
              <a:t>QR 스캔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AAAAAA"/>
                </a:solidFill>
              </a:rPr>
              <a:t>QRコードをスキャン
Scan the QR code
请扫描二维码
Quet ma QR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17320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4356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965960"/>
            <a:ext cx="3337560" cy="384048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1031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700" b="1" i="0">
                <a:solidFill>
                  <a:srgbClr val="FFFFFF"/>
                </a:solidFill>
              </a:rPr>
              <a:t>언어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9748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AAAAAA"/>
                </a:solidFill>
              </a:rPr>
              <a:t>자국 국기를 탭합니다
Tap your flag
点击您的国旗
Nhan vao co ban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417320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4356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965960"/>
            <a:ext cx="3337560" cy="384048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1031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700" b="1" i="0">
                <a:solidFill>
                  <a:srgbClr val="FFFFFF"/>
                </a:solidFill>
              </a:rPr>
              <a:t>자동 연결!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69748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AAAAAA"/>
                </a:solidFill>
              </a:rPr>
              <a:t>자동으로 채팅방 입장
Auto-connected!
自动进入聊天室
Tu dong ket noi!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AAAA"/>
                </a:solidFill>
              </a:rPr>
              <a:t>브라우저만 있으면 OK — 카카오톡 · 라인 · 위챗 인앱브라우저에서도 작동합니다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800" b="1" i="0">
                <a:solidFill>
                  <a:srgbClr val="FFFFFF"/>
                </a:solidFill>
              </a:rPr>
              <a:t>대화 모드 선택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0" i="0">
                <a:solidFill>
                  <a:srgbClr val="AAAAAA"/>
                </a:solidFill>
              </a:rPr>
              <a:t>호스트가 상황에 맞게 선택합니다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349240" cy="466344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900" b="1" i="0">
                <a:solidFill>
                  <a:srgbClr val="FFFFFF"/>
                </a:solidFill>
              </a:rPr>
              <a:t>💬  일반 대화 모드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AAAA"/>
                </a:solidFill>
              </a:rPr>
              <a:t>버튼을 눌러 말하고 놓으면 번역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FFFFFF"/>
                </a:solidFill>
              </a:rPr>
              <a:t>✅  긴 문장·복잡한 내용에 적합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815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FFFFFF"/>
                </a:solidFill>
              </a:rPr>
              <a:t>✅  발음 + 역번역 학습 기능 사용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484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FFFFFF"/>
                </a:solidFill>
              </a:rPr>
              <a:t>✅  오인식 확인 후 재전송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1538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AAAA"/>
                </a:solidFill>
              </a:rPr>
              <a:t>⏱  번역 속도: ~1초 내외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5349240" cy="4663440"/>
          </a:xfrm>
          <a:prstGeom prst="rect">
            <a:avLst/>
          </a:prstGeom>
          <a:solidFill>
            <a:srgbClr val="16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63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900" b="1" i="0">
                <a:solidFill>
                  <a:srgbClr val="C0392B"/>
                </a:solidFill>
              </a:rPr>
              <a:t>🎙  동시통역 모드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AAAA"/>
                </a:solidFill>
              </a:rPr>
              <a:t>말하면 자동으로 실시간 번역·전송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FFFFFF"/>
                </a:solidFill>
              </a:rPr>
              <a:t>✅  빠른 현장 지시·짧은 문장에 최적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0815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FFFFFF"/>
                </a:solidFill>
              </a:rPr>
              <a:t>✅  말하는 즉시 상대 화면에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6484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FFFFFF"/>
                </a:solidFill>
              </a:rPr>
              <a:t>✅  마이크 On 상태 유지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21538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AAAA"/>
                </a:solidFill>
              </a:rPr>
              <a:t>⚡  번역 속도: ~0.8초 (800ms)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300" b="0" i="0">
                <a:solidFill>
                  <a:srgbClr val="AAAAAA"/>
                </a:solidFill>
              </a:rPr>
              <a:t>긴 설명·계약 내용 → 일반 대화  |  현장 지시·짧은 교환 → 동시통역 추천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800" b="1" i="0">
                <a:solidFill>
                  <a:srgbClr val="FFFFFF"/>
                </a:solidFill>
              </a:rPr>
              <a:t>추가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349240" cy="384048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5298DB"/>
                </a:solidFill>
              </a:rPr>
              <a:t>📖  학습 모드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AAAAAA"/>
                </a:solidFill>
              </a:rPr>
              <a:t>한국인 호스트 전용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AAAAAA"/>
                </a:solidFill>
              </a:rPr>
              <a:t>ON 시 번역 + 한글 발음 + 역번역 표시
예)  日本語です
      [발음]  니혼고데스
      [역번역]  일본어입니다
상대 언어를 따라 읽고 싶을 때 사용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005840"/>
            <a:ext cx="5349240" cy="384048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2ECC71"/>
                </a:solidFill>
              </a:rPr>
              <a:t>🔊  음성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AAAAAA"/>
                </a:solidFill>
              </a:rPr>
              <a:t>음성 ON/OFF  — 무음 환경에서 끄기
남자/여자 음성 전환
→ 상황·취향에 맞게 선택
▶  재생 버튼
→ 수신 메시지 다시 듣기
Google Neural2 AI 음성 사용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0E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AAAAAA"/>
                </a:solidFill>
              </a:rPr>
              <a:t>내부 기술 스택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555566"/>
                </a:solidFill>
              </a:rPr>
              <a:t>번역: Papago(네이버)  ·  음성합성(TTS): Google Neural2  ·  음성인식(STT): Google Cloud STT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800" b="1" i="0">
                <a:solidFill>
                  <a:srgbClr val="FFFFFF"/>
                </a:solidFill>
              </a:rPr>
              <a:t>자주 묻는 질문 (FAQ)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00584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1498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C0392B"/>
                </a:solidFill>
              </a:rPr>
              <a:t>Q. 앱을 설치해야 하나요?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AAAAAA"/>
                </a:solidFill>
              </a:rPr>
              <a:t>아니요. 스마트폰 브라우저만 있으면 됩니다. 카카오톡 인앱브라우저도 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11247120" cy="100584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122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C0392B"/>
                </a:solidFill>
              </a:rPr>
              <a:t>Q. 외국인이 QR을 어떻게 스캔하나요?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AAAAAA"/>
                </a:solidFill>
              </a:rPr>
              <a:t>QR 대기 화면에 일·영·중·베 4개 언어로 안내가 표시됩니다. 화면을 보여주기만 하면 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54680"/>
            <a:ext cx="11247120" cy="100584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095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C0392B"/>
                </a:solidFill>
              </a:rPr>
              <a:t>Q. 인터넷이 필요한가요?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AAAAAA"/>
                </a:solidFill>
              </a:rPr>
              <a:t>예. 호스트와 게스트 모두 모바일 데이터 또는 Wi-Fi가 필요합니다.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51959"/>
            <a:ext cx="11247120" cy="100584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0682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C0392B"/>
                </a:solidFill>
              </a:rPr>
              <a:t>Q. 동시에 여러 명이 참여할 수 있나요?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5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AAAAAA"/>
                </a:solidFill>
              </a:rPr>
              <a:t>현재는 1:1 대화 방식입니다. 추후 그룹 모드 추가 예정입니다.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49240"/>
            <a:ext cx="11247120" cy="100584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4041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C0392B"/>
                </a:solidFill>
              </a:rPr>
              <a:t>Q. 번역이 얼마나 정확한가요?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AAAAAA"/>
                </a:solidFill>
              </a:rPr>
              <a:t>Papago(네이버) 기반으로 여행 회화 수준의 정확도를 제공합니다. 학습 모드의 역번역으로 추가 확인 가능합니다.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4000" b="0" i="0">
                <a:solidFill>
                  <a:srgbClr val="FFFFFF"/>
                </a:solidFill>
              </a:rPr>
              <a:t>SAFE-LINK Travel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488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800" b="0" i="0">
                <a:solidFill>
                  <a:srgbClr val="AAAAAA"/>
                </a:solidFill>
              </a:rPr>
              <a:t>이제 언어는 더 이상 장벽이 아닙니다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517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300" b="0" i="0">
                <a:solidFill>
                  <a:srgbClr val="555566"/>
                </a:solidFill>
              </a:rPr>
              <a:t>言語の壁を越えて、世界と話しましょう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337560"/>
            <a:ext cx="5788152" cy="210312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493008"/>
            <a:ext cx="5788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300" b="1" i="0">
                <a:solidFill>
                  <a:srgbClr val="AAAAAA"/>
                </a:solidFill>
              </a:rPr>
              <a:t>접속 주소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931920"/>
            <a:ext cx="5788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700" b="1" i="0">
                <a:solidFill>
                  <a:srgbClr val="C0392B"/>
                </a:solidFill>
              </a:rPr>
              <a:t>safe-link-v2.vercel.app/travel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498848"/>
            <a:ext cx="5788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0" i="0">
                <a:solidFill>
                  <a:srgbClr val="555566"/>
                </a:solidFill>
              </a:rPr>
              <a:t>또는 SAFE-LINK 앱 -&gt; Travel Talk 메뉴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064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100" b="0" i="0">
                <a:solidFill>
                  <a:srgbClr val="555566"/>
                </a:solidFill>
              </a:rPr>
              <a:t>서원토건 미래전략TF  |  기술지원본부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